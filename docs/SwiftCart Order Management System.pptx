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Poppins" panose="00000500000000000000"/>
      <p:regular r:id="rId21"/>
      <p:bold r:id="rId22"/>
      <p:italic r:id="rId23"/>
      <p:boldItalic r:id="rId24"/>
    </p:embeddedFont>
    <p:embeddedFont>
      <p:font typeface="Montserrat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5201394"/>
            <a:ext cx="11049000" cy="9047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218580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SwiftCart Order Management System</a:t>
            </a:r>
            <a:endParaRPr lang="en-US" sz="48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328987" y="3750022"/>
            <a:ext cx="5534025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Order-to-Delivery Business Flow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400" b="0" i="0" u="none" strike="noStrike" cap="none">
                <a:solidFill>
                  <a:srgbClr val="FBBF2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Technical Module Demonstration</a:t>
            </a:r>
            <a:endParaRPr lang="en-US" sz="2400" b="0" i="0" u="none" strike="noStrike" cap="none">
              <a:solidFill>
                <a:srgbClr val="FBBF2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31315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Presented By:</a:t>
            </a: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 Md. Sadiya Tabassum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610850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The ICFAI Foundation for Higher Education, IFHE, Hyderabad</a:t>
            </a:r>
            <a:endParaRPr lang="en-US" sz="13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896225" y="5989558"/>
            <a:ext cx="3724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Internship Assignment Submission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896225" y="6237089"/>
            <a:ext cx="3724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Biztab Consulting Services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" name="Picture 0" descr="logo"/>
          <p:cNvPicPr>
            <a:picLocks noChangeAspect="1"/>
          </p:cNvPicPr>
          <p:nvPr/>
        </p:nvPicPr>
        <p:blipFill>
          <a:blip r:embed="rId3"/>
          <a:srcRect l="27453" t="24587" r="23720" b="31853"/>
          <a:stretch>
            <a:fillRect/>
          </a:stretch>
        </p:blipFill>
        <p:spPr>
          <a:xfrm>
            <a:off x="5504815" y="518795"/>
            <a:ext cx="1183005" cy="1055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38300"/>
            <a:ext cx="5238750" cy="489287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Project Objective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2028825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Designing and demonstrating a simplified Order-to-Delivery workflow used in modern ecommerce platforms.</a:t>
            </a:r>
            <a:endParaRPr lang="en-US" sz="1650" b="0" i="0" u="none" strike="noStrike" cap="none">
              <a:solidFill>
                <a:srgbClr val="E2E8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10500" y="2894111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295400" y="3272432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Automating the order lifecycle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95400" y="3750468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Validating customer orders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95400" y="4228504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Managing inventory availability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295400" y="470654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Simulating delivery tracking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295400" y="5184576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Improving workflow efficiency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295400" y="5662612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Enhancing customer experience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41848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9111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37455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83798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533062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580866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0"/>
            <a:ext cx="52387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638300"/>
            <a:ext cx="5238750" cy="4931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553835" y="317500"/>
            <a:ext cx="5066665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Order-to-Delivery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Business Flow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772275" y="202882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Workflow Highlights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772275" y="2571750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The business flow illustrates the complete lifecycle of an ecommerce order processing system.</a:t>
            </a:r>
            <a:endParaRPr lang="en-US" sz="13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105650" y="331083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Order Placement &amp; Validation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7105650" y="3788866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Real-time Inventory Checks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105650" y="4266902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Multi-mode Payment Processing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105650" y="4744938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Automated Order Confirmation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105650" y="5222974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Integrated Shipment &amp; Logistics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105650" y="570101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Final Delivery Confirmation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3108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78886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2669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74493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522297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570101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 descr="Business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35" y="0"/>
            <a:ext cx="52374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38350"/>
            <a:ext cx="5238750" cy="467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Selected Technical Module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1500" y="135255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Order Validation &amp; Confirmation Module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962025" y="242887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Main Functionalities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48625" y="3420963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1295400" y="297180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Customer detail validation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295400" y="3449835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Product selection validation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1295400" y="3927871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Inventory availability check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295400" y="4405907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Payment method handling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295400" y="4883943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Order &amp; Tracking ID generation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1295400" y="5361979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Delivery estimation logic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295400" y="5840015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Comprehensive error handling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1178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5812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05931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53735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50153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550802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597146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21209"/>
            <a:ext cx="5238750" cy="1659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670845"/>
            <a:ext cx="5238750" cy="187255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Technologies Used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6012209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Libraries &amp; Tools: Font Awesome, Draw.io, Canva</a:t>
            </a:r>
            <a:endParaRPr lang="en-US" sz="13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962025" y="2211734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Core Frontend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962025" y="275465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HTML5, CSS3, JavaScript (ES6+)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962025" y="4061370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UI/UX Features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62025" y="4604295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Glassmorphism Design, Animated Gradients, Responsive Layouts, Interactive Dashboards</a:t>
            </a:r>
            <a:endParaRPr lang="en-US" sz="13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48462" y="3472755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667500" y="4091940"/>
            <a:ext cx="82169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HTML5</a:t>
            </a:r>
            <a:endParaRPr lang="en-US" sz="1200" b="0" i="0" u="none" strike="noStrike" cap="none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129587" y="3472755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8119745" y="4091940"/>
            <a:ext cx="66421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CSS3</a:t>
            </a:r>
            <a:endParaRPr lang="en-US" sz="1200" b="0" i="0" u="none" strike="noStrike" cap="none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482137" y="347275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9300845" y="4091940"/>
            <a:ext cx="970915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  <a:endParaRPr lang="en-US" sz="1200" b="0" i="0" u="none" strike="noStrike" cap="none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772775" y="3472755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10753725" y="4091940"/>
            <a:ext cx="1209675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VS Code</a:t>
            </a:r>
            <a:endParaRPr lang="en-US" sz="1200" b="0" i="0" u="none" strike="noStrike" cap="none">
              <a:solidFill>
                <a:srgbClr val="F8FA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105322"/>
            <a:ext cx="5238750" cy="3714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344340"/>
            <a:ext cx="5238750" cy="323611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System Features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962025" y="2495847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Core Engine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772275" y="2734865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Interface Design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1295400" y="3038772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Dynamic Order Confirmation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295400" y="3516808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Real-time Tracking ID Generation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295400" y="3994844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Delivery Progress Simulation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295400" y="447288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Notification Popup Alerts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1295400" y="4950916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Smooth Loading Animations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105650" y="327779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Fully Responsive Design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7105650" y="3755826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Modern Glassmorphism UI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7105650" y="4233862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Animated Interaction Components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7105650" y="4711898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Live Dashboard Statistics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1994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67746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12628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6189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508236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4092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90187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36530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85794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Project Demonstration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" name="Picture 0" descr="Homepage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1140"/>
            <a:ext cx="5478780" cy="2470150"/>
          </a:xfrm>
          <a:prstGeom prst="rect">
            <a:avLst/>
          </a:prstGeom>
        </p:spPr>
      </p:pic>
      <p:pic>
        <p:nvPicPr>
          <p:cNvPr id="2" name="Picture 1" descr="OrderPlac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1500505"/>
            <a:ext cx="5402580" cy="2423795"/>
          </a:xfrm>
          <a:prstGeom prst="rect">
            <a:avLst/>
          </a:prstGeom>
        </p:spPr>
      </p:pic>
      <p:pic>
        <p:nvPicPr>
          <p:cNvPr id="3" name="Picture 2" descr="OrderTrack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00195"/>
            <a:ext cx="5424170" cy="2363470"/>
          </a:xfrm>
          <a:prstGeom prst="rect">
            <a:avLst/>
          </a:prstGeom>
        </p:spPr>
      </p:pic>
      <p:pic>
        <p:nvPicPr>
          <p:cNvPr id="4" name="Picture 3" descr="OutOfSt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00" y="4090670"/>
            <a:ext cx="5402580" cy="2395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09204"/>
            <a:ext cx="5238750" cy="3506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615803"/>
            <a:ext cx="5238750" cy="269319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Future Enhancements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295400" y="2599729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Real Payment Gateway Integration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295400" y="3077765"/>
            <a:ext cx="4124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Backend Database Connectivity (SQL/NoSQL)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295400" y="3890962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Warehouse Management System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1295400" y="4368998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Live Logistics &amp; GPS Tracking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295400" y="4847034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Automated Email &amp; SMS Notifications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7105650" y="3006328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AI-Based Demand Prediction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7105650" y="3484364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Customer Authentication System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7105650" y="3962400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Comprehensive Admin Dashboard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7105650" y="4440435"/>
            <a:ext cx="4124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Cloud Deployment (AWS/Azure)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" name="Google Shape;241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27457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322381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0078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51504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025" y="49784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16698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364501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1084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772275" y="454267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841599"/>
            <a:ext cx="5238750" cy="424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674018"/>
            <a:ext cx="5238750" cy="457676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Challenges &amp; Learnings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000125" y="2232124"/>
            <a:ext cx="46405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Challenges Faced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810375" y="2064543"/>
            <a:ext cx="464058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Key Learnings</a:t>
            </a:r>
            <a:endParaRPr lang="en-US" sz="21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1333500" y="2775049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Designing a responsive UI for all screens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333500" y="3588246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Implementing interactive tracking animations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1333500" y="4401442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Managing complex inventory validation logic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333500" y="5214639"/>
            <a:ext cx="4086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Structuring a professional dashboard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7143750" y="2607468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Deep business workflow understanding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7143750" y="3420665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Advanced frontend development practices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7143750" y="4233862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Modern UI/UX enhancement techniques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7143750" y="5047059"/>
            <a:ext cx="4086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Real-world ecommerce process modeling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0125" y="293570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0125" y="377811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0125" y="45474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0125" y="534608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10375" y="27681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10375" y="3595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10375" y="43799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10375" y="5207714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09750" y="1625351"/>
            <a:ext cx="8572500" cy="264735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295275" y="558551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Conclusion</a:t>
            </a:r>
            <a:endParaRPr lang="en-US" sz="360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295275" y="4653706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BBF24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Thank You</a:t>
            </a:r>
            <a:endParaRPr lang="en-US" sz="6000" b="1" i="0" u="none" strike="noStrike" cap="none">
              <a:solidFill>
                <a:srgbClr val="FBBF24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571500" y="5872906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Discussion</a:t>
            </a:r>
            <a:endParaRPr lang="en-US" sz="210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2200275" y="2015876"/>
            <a:ext cx="7791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The SwiftCart Order Management System successfully demonstrates a simplified Order-to-Delivery workflow through an interactive frontend implementation.</a:t>
            </a:r>
            <a:endParaRPr lang="en-US" sz="1650" b="0" i="0" u="none" strike="noStrike" cap="none">
              <a:solidFill>
                <a:srgbClr val="E2E8F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200275" y="3211859"/>
            <a:ext cx="779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FBBF24"/>
                </a:solidFill>
                <a:latin typeface="Montserrat"/>
                <a:ea typeface="Montserrat"/>
                <a:cs typeface="Montserrat"/>
                <a:sym typeface="Montserrat"/>
              </a:rPr>
              <a:t>This solution reflects the core functionality used in modern ecommerce platforms.</a:t>
            </a:r>
            <a:endParaRPr lang="en-US" sz="1650" b="0" i="1" u="none" strike="noStrike" cap="none">
              <a:solidFill>
                <a:srgbClr val="FBBF2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WPS Presentation</Application>
  <PresentationFormat/>
  <Paragraphs>165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Poppins</vt:lpstr>
      <vt:lpstr>Montserrat SemiBold</vt:lpstr>
      <vt:lpstr>Montserrat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Sadiya Tabassum</cp:lastModifiedBy>
  <cp:revision>1</cp:revision>
  <dcterms:created xsi:type="dcterms:W3CDTF">2026-05-31T08:20:45Z</dcterms:created>
  <dcterms:modified xsi:type="dcterms:W3CDTF">2026-05-31T08:20:47Z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628F10622037447B817117CE48273D7E_12</vt:lpwstr>
  </property>
  <property fmtid="{D5CDD505-2E9C-101B-9397-08002B2CF9AE}" pid="3" name="KSOProductBuildVer">
    <vt:lpwstr>2057-12.2.0.23202</vt:lpwstr>
  </property>
</Properties>
</file>